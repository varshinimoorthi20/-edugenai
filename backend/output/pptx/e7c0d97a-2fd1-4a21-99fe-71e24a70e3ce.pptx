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Human Digestive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Human Digestive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11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digestion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nutrient absorption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digestive organs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Mouth and Esophagus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Teeth chew food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Saliva breaks bonds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Esophagus transports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Mastication  ·  Peristalsis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Stomach and Small Intestine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Acid breaks proteins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Bile emulsifies fats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Absorption occurs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Gastric acid  ·  Enzyme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Large Intestine and Elimination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is absorbed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Feces are formed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Waste is eliminated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Water absorption  ·  Fecal 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Mouth and Esophagus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Stomach and Small Intestine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Large Intestine and Elimination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peristalsis?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