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French Revolution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French Revolution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French Revolution causes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Learn key events and figures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Revolution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Causes of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King Louis XVI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Poor peasants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Tax burden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Social hierarchy  ·  Financial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Key Events and Figures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Bastille falls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Napoleon leads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Europe at war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Revolutionary wars  ·  Napoleon's 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Outcomes and Legacy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Liberty equality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New France born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Europe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New constitution  ·  Modern democracy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Causes of Revolution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Events and Figures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Outcomes and Legacy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was the main cause of the French Revolution?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