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3C5FD"/>
                </a:solidFill>
              </a:rPr>
              <a:t>EduGenAI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</a:rPr>
              <a:t>Understanding HTTPS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Language: English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40AF"/>
                </a:solidFill>
              </a:rPr>
              <a:t>INTRO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Understanding HTTPS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Grade 8 Lesson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Explain HTTPS basics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Describe encryption process</a:t>
            </a:r>
          </a:p>
        </p:txBody>
      </p:sp>
      <p:sp>
        <p:nvSpPr>
          <p:cNvPr id="13" name="Oval 12"/>
          <p:cNvSpPr/>
          <p:nvPr/>
        </p:nvSpPr>
        <p:spPr>
          <a:xfrm>
            <a:off x="274320" y="344728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38327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Identify benefits of HTTPS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FFE6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40AF"/>
                </a:solidFill>
              </a:rPr>
              <a:t>Introduction to HTTPS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HTTP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HTTPS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Secure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3276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HTTP  ·  HTTPS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C8C8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40AF"/>
                </a:solidFill>
              </a:rPr>
              <a:t>Encryption 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Browser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Website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Keys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3276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Encryption  ·  Decryption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C8C8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40AF"/>
                </a:solidFill>
              </a:rPr>
              <a:t>Benefits of HTTPS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Protects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Data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Secure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3276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Security  ·  Privacy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C8C8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B98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40AF"/>
                </a:solidFill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Summary &amp;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Introduction to HTTPS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Encryption Process</a:t>
            </a:r>
          </a:p>
        </p:txBody>
      </p:sp>
      <p:sp>
        <p:nvSpPr>
          <p:cNvPr id="13" name="Oval 12"/>
          <p:cNvSpPr/>
          <p:nvPr/>
        </p:nvSpPr>
        <p:spPr>
          <a:xfrm>
            <a:off x="274320" y="344728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38327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Benefits of HTTPS</a:t>
            </a:r>
          </a:p>
        </p:txBody>
      </p:sp>
      <p:sp>
        <p:nvSpPr>
          <p:cNvPr id="15" name="Oval 14"/>
          <p:cNvSpPr/>
          <p:nvPr/>
        </p:nvSpPr>
        <p:spPr>
          <a:xfrm>
            <a:off x="274320" y="395020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88619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What does the 'S' in HTTPS stand for?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FFE6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