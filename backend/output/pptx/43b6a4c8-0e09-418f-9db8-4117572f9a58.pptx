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वर्चुअल वातावरण में फ़ाइल स्थानांतरण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Hindi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वर्चुअल वातावरण में फ़ाइल स्थानांतरण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12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वर्चुअल वातावरण को समझना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फ़ाइल स्थानांतरण की प्रक्रिया को जानना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वर्चुअल वातावरण में फ़ाइल स्थानांतरण के लाभों को समझना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वर्चुअल वातावरण की परिभाषा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वर्चुअल वातावरण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कंप्यूटर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वेबसाइट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वर्चुअल वातावरण  ·  कंप्यूटर वातावरण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फ़ाइल स्थानांतरण की प्रक्रिया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फ़ाइल चुनना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वर्चुअल वातावरण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ईमेल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फ़ाइल स्थानांतरण  ·  कंप्यूटर फ़ाइलें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वर्चुअल वातावरण में फ़ाइल स्थानांतरण के लाभ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आसान काम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सुरक्षित डेटा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संवाद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वर्चुअल वातावरण लाभ  ·  काम पूरा करना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वर्चुअल वातावरण की परिभाषा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फ़ाइल स्थानांतरण की प्रक्रिया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वर्चुअल वातावरण में फ़ाइल स्थानांतरण के लाभ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वर्चुअल वातावरण में फ़ाइल स्थानांतरण का मुख्य लाभ क्या है?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