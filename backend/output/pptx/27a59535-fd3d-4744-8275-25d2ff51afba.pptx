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EduGenAI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Algebra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Language: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Algebra Basics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Grade 5 Lesson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Understand variables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Learn basic equations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Solve simple problems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Variables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x is a variable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Represents a number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Variables  ·  Letters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Equations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2x is equal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To a number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Equations  ·  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Solving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Find the value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Of 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Solving  ·  Secret number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Summary &amp;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Variables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Equations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Solving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395020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What does the letter x represent in algebra?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