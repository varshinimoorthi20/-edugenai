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Security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Security Threads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8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security threads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Explain thread purpose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Recognize thread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Security Thread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Red thread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Glows pink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UV light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Security threads  · 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Thread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Blue line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Up and 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Thread patterns  ·  Unique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Real-World Examples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Bank verification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Special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Real-world applications  ·  Verification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Security Thread Basics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Thread Patterns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Real-World Examples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color does the security thread glow under UV light?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