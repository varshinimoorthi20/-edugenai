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மனித செரிமான அமைப்பு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Tamil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மனித செரிமான அமைப்பு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6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செரிமான அமைப்பை விளக்கு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உணவு செரித்தல் செயல்முறை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செரிமான அமைப்பின் முக்கியத்துவம்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வாய்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உணவு நறுக்கப்படுகிறது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உணவு கலக்கப்படுகிறது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லாலாஜலம் சேர்க்கப்படுகிறது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பல்லுகள்  ·  நாக்கு  ·  லாலாஜலம்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குடல்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உணவு செரிக்கப்படுகிறது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ஊட்டச்சத்துக்கள் உறிஞ்சப்படுகின்றன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குடல் உணவை செயலாக்குகிறது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இரைப்பை  ·  குடல்  ·  ஊட்டச்சத்துக்கள்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செரிமான அமைப்பின் முக்கியத்துவம்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ஊட்டச்சத்துக்கள் வழங்கப்படுகின்றன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ஆரோக்கியம் பராமரிக்கப்படுகிறது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செரிமான அமைப்பு முக்கியமானது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ஊட்டச்சத்துக்கள்  ·  ஆரோக்கியம்  ·  செரிமான அமைப்பு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வாய்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குடல்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செரிமான அமைப்பின் முக்கியத்துவம்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செரிமான அமைப்பின் முக்கிய பங்கு என்ன?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