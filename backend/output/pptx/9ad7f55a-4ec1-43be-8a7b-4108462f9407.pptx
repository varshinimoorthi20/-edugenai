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Water Cycle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Water Cycle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Define Water Cycle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Explain Evaporation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Describe Condensation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Evaporation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heats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Turns to vapor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Rises 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Evaporation  ·  Vapor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Condensation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Vapor cools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Turns to liquid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Forms clouds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Condensation  ·  Clouds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Precipitation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falls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Reaches ground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Flows again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Precipitation  ·  Runoff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Evaporation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Condensation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Precipitation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the Water Cycle?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