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Water Cycle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Water Cycle Explained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7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water cycle process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Identify key stages of water cycle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Relate water cycle to real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Evaporation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Oceans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Lakes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Evaporation  ·  Water vapor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Condensation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Clouds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Fog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Mist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Condensation  ·  Clouds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Precipitation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Rain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Snow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Hail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Precipitation  ·  Runoff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Evaporation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Condensation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Precipitation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first stage of the water cycle?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