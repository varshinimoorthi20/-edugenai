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Introduction to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Introduction to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6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Understand Python basics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Learn print function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Write first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Python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Code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Lines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Program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Code lines  · 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Print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Print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Text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Print  ·  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First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Write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Program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First program  ·  Hello World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Python Basics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Print Function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First Program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is the purpose of the print function?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