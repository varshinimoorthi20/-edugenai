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40A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27432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3C5FD"/>
                </a:solidFill>
              </a:rPr>
              <a:t>EduGenAI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097280"/>
            <a:ext cx="10972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</a:rPr>
              <a:t>French Revolution Basics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21792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4A3B8"/>
                </a:solidFill>
              </a:rPr>
              <a:t>Language: English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563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" y="228600"/>
            <a:ext cx="1280160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46888"/>
            <a:ext cx="1280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E40AF"/>
                </a:solidFill>
              </a:rPr>
              <a:t>INTRO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85800"/>
            <a:ext cx="11430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</a:rPr>
              <a:t>French Revolution Basics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691640"/>
            <a:ext cx="11430000" cy="274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74320" y="1938527"/>
            <a:ext cx="109728" cy="10972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874519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DBEAFE"/>
                </a:solidFill>
              </a:rPr>
              <a:t>Grade 6 Lesson</a:t>
            </a:r>
          </a:p>
        </p:txBody>
      </p:sp>
      <p:sp>
        <p:nvSpPr>
          <p:cNvPr id="9" name="Oval 8"/>
          <p:cNvSpPr/>
          <p:nvPr/>
        </p:nvSpPr>
        <p:spPr>
          <a:xfrm>
            <a:off x="274320" y="2441447"/>
            <a:ext cx="109728" cy="10972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2377439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DBEAFE"/>
                </a:solidFill>
              </a:rPr>
              <a:t>Understand French Revolution</a:t>
            </a:r>
          </a:p>
        </p:txBody>
      </p:sp>
      <p:sp>
        <p:nvSpPr>
          <p:cNvPr id="11" name="Oval 10"/>
          <p:cNvSpPr/>
          <p:nvPr/>
        </p:nvSpPr>
        <p:spPr>
          <a:xfrm>
            <a:off x="274320" y="2944367"/>
            <a:ext cx="109728" cy="10972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2880359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DBEAFE"/>
                </a:solidFill>
              </a:rPr>
              <a:t>Identify key events</a:t>
            </a:r>
          </a:p>
        </p:txBody>
      </p:sp>
      <p:sp>
        <p:nvSpPr>
          <p:cNvPr id="13" name="Oval 12"/>
          <p:cNvSpPr/>
          <p:nvPr/>
        </p:nvSpPr>
        <p:spPr>
          <a:xfrm>
            <a:off x="274320" y="3447287"/>
            <a:ext cx="109728" cy="10972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3383279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DBEAFE"/>
                </a:solidFill>
              </a:rPr>
              <a:t>Recognize major figures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8FFE6"/>
                </a:solidFill>
              </a:rPr>
              <a:t>EduGenAI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" y="228600"/>
            <a:ext cx="1280160" cy="3200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46888"/>
            <a:ext cx="1280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SCENE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85800"/>
            <a:ext cx="11430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1E40AF"/>
                </a:solidFill>
              </a:rPr>
              <a:t>Causes of Revolution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691640"/>
            <a:ext cx="11430000" cy="27432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74320" y="1938527"/>
            <a:ext cx="109728" cy="10972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874519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475569"/>
                </a:solidFill>
              </a:rPr>
              <a:t>Poor economy</a:t>
            </a:r>
          </a:p>
        </p:txBody>
      </p:sp>
      <p:sp>
        <p:nvSpPr>
          <p:cNvPr id="9" name="Oval 8"/>
          <p:cNvSpPr/>
          <p:nvPr/>
        </p:nvSpPr>
        <p:spPr>
          <a:xfrm>
            <a:off x="274320" y="2441447"/>
            <a:ext cx="109728" cy="10972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2377439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475569"/>
                </a:solidFill>
              </a:rPr>
              <a:t>Social classes</a:t>
            </a:r>
          </a:p>
        </p:txBody>
      </p:sp>
      <p:sp>
        <p:nvSpPr>
          <p:cNvPr id="11" name="Oval 10"/>
          <p:cNvSpPr/>
          <p:nvPr/>
        </p:nvSpPr>
        <p:spPr>
          <a:xfrm>
            <a:off x="274320" y="2944367"/>
            <a:ext cx="109728" cy="10972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2880359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475569"/>
                </a:solidFill>
              </a:rPr>
              <a:t>Tax burden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309360"/>
            <a:ext cx="12188952" cy="5486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4320" y="6327648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Liberty  ·  Equality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8C8C8"/>
                </a:solidFill>
              </a:rPr>
              <a:t>EduGenAI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" y="228600"/>
            <a:ext cx="1280160" cy="3200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46888"/>
            <a:ext cx="1280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SCENE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85800"/>
            <a:ext cx="11430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1E40AF"/>
                </a:solidFill>
              </a:rPr>
              <a:t>Key Events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691640"/>
            <a:ext cx="11430000" cy="27432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74320" y="1938527"/>
            <a:ext cx="109728" cy="10972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874519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475569"/>
                </a:solidFill>
              </a:rPr>
              <a:t>Bastille falls</a:t>
            </a:r>
          </a:p>
        </p:txBody>
      </p:sp>
      <p:sp>
        <p:nvSpPr>
          <p:cNvPr id="9" name="Oval 8"/>
          <p:cNvSpPr/>
          <p:nvPr/>
        </p:nvSpPr>
        <p:spPr>
          <a:xfrm>
            <a:off x="274320" y="2441447"/>
            <a:ext cx="109728" cy="10972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2377439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475569"/>
                </a:solidFill>
              </a:rPr>
              <a:t>King flees</a:t>
            </a:r>
          </a:p>
        </p:txBody>
      </p:sp>
      <p:sp>
        <p:nvSpPr>
          <p:cNvPr id="11" name="Oval 10"/>
          <p:cNvSpPr/>
          <p:nvPr/>
        </p:nvSpPr>
        <p:spPr>
          <a:xfrm>
            <a:off x="274320" y="2944367"/>
            <a:ext cx="109728" cy="10972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2880359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475569"/>
                </a:solidFill>
              </a:rPr>
              <a:t>Republic born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309360"/>
            <a:ext cx="12188952" cy="5486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4320" y="6327648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Revolution starts  ·  Monarchy falls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8C8C8"/>
                </a:solidFill>
              </a:rPr>
              <a:t>EduGenAI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" y="228600"/>
            <a:ext cx="1280160" cy="3200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46888"/>
            <a:ext cx="1280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SCENE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85800"/>
            <a:ext cx="11430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1E40AF"/>
                </a:solidFill>
              </a:rPr>
              <a:t>Major Figures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691640"/>
            <a:ext cx="11430000" cy="27432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74320" y="1938527"/>
            <a:ext cx="109728" cy="10972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874519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475569"/>
                </a:solidFill>
              </a:rPr>
              <a:t>Napoleon leads</a:t>
            </a:r>
          </a:p>
        </p:txBody>
      </p:sp>
      <p:sp>
        <p:nvSpPr>
          <p:cNvPr id="9" name="Oval 8"/>
          <p:cNvSpPr/>
          <p:nvPr/>
        </p:nvSpPr>
        <p:spPr>
          <a:xfrm>
            <a:off x="274320" y="2441447"/>
            <a:ext cx="109728" cy="10972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2377439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475569"/>
                </a:solidFill>
              </a:rPr>
              <a:t>New constitution</a:t>
            </a:r>
          </a:p>
        </p:txBody>
      </p:sp>
      <p:sp>
        <p:nvSpPr>
          <p:cNvPr id="11" name="Oval 10"/>
          <p:cNvSpPr/>
          <p:nvPr/>
        </p:nvSpPr>
        <p:spPr>
          <a:xfrm>
            <a:off x="274320" y="2944367"/>
            <a:ext cx="109728" cy="10972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2880359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475569"/>
                </a:solidFill>
              </a:rPr>
              <a:t>Empire expands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309360"/>
            <a:ext cx="12188952" cy="5486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4320" y="6327648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Napoleon  ·  Leadership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8C8C8"/>
                </a:solidFill>
              </a:rPr>
              <a:t>EduGenAI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B98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" y="228600"/>
            <a:ext cx="1280160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46888"/>
            <a:ext cx="1280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E40AF"/>
                </a:solidFill>
              </a:rPr>
              <a:t>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85800"/>
            <a:ext cx="11430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</a:rPr>
              <a:t>Summary &amp; Review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691640"/>
            <a:ext cx="11430000" cy="274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74320" y="1938527"/>
            <a:ext cx="109728" cy="10972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874519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</a:rPr>
              <a:t>Key Takeaways</a:t>
            </a:r>
          </a:p>
        </p:txBody>
      </p:sp>
      <p:sp>
        <p:nvSpPr>
          <p:cNvPr id="9" name="Oval 8"/>
          <p:cNvSpPr/>
          <p:nvPr/>
        </p:nvSpPr>
        <p:spPr>
          <a:xfrm>
            <a:off x="274320" y="2441447"/>
            <a:ext cx="109728" cy="10972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2377439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</a:rPr>
              <a:t>Causes of Revolution</a:t>
            </a:r>
          </a:p>
        </p:txBody>
      </p:sp>
      <p:sp>
        <p:nvSpPr>
          <p:cNvPr id="11" name="Oval 10"/>
          <p:cNvSpPr/>
          <p:nvPr/>
        </p:nvSpPr>
        <p:spPr>
          <a:xfrm>
            <a:off x="274320" y="2944367"/>
            <a:ext cx="109728" cy="10972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2880359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</a:rPr>
              <a:t>Key Events</a:t>
            </a:r>
          </a:p>
        </p:txBody>
      </p:sp>
      <p:sp>
        <p:nvSpPr>
          <p:cNvPr id="13" name="Oval 12"/>
          <p:cNvSpPr/>
          <p:nvPr/>
        </p:nvSpPr>
        <p:spPr>
          <a:xfrm>
            <a:off x="274320" y="3447287"/>
            <a:ext cx="109728" cy="10972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3383279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</a:rPr>
              <a:t>Major Figures</a:t>
            </a:r>
          </a:p>
        </p:txBody>
      </p:sp>
      <p:sp>
        <p:nvSpPr>
          <p:cNvPr id="15" name="Oval 14"/>
          <p:cNvSpPr/>
          <p:nvPr/>
        </p:nvSpPr>
        <p:spPr>
          <a:xfrm>
            <a:off x="274320" y="3950207"/>
            <a:ext cx="109728" cy="10972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3886199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</a:rPr>
              <a:t>What sparked the French Revolution?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8FFE6"/>
                </a:solidFill>
              </a:rPr>
              <a:t>EduGenAI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