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Introduction to IAM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Introduction to IAM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12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IAM concepts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IAM components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Apply IAM in real-world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Real-World Analogy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Secure Doors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Authorized Access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Locked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Access Control  · 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IAM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IDP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SP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Identity Provider  ·  Service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IAM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Login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Verify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Authentication Flow  ·  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Real-World Analogy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IAM Components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IAM in Action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main purpose of IAM?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