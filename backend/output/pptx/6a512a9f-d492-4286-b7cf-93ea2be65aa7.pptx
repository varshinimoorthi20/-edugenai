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EduGenAI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Water Cycle Adventure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Language: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Water Cycle Adventure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Grade 3 Lesson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Understand water cycle basics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Identify key water cycle stages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Recognize water cycle importance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Evaporation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Sun heats water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Water turns vapor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Rises into air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Evaporation  ·  Water vapor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Condensation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Vapor cools down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Forms clouds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Droplets combine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Condensation  ·  Clouds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Precipitation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Clouds get heavy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Water falls down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Nourishes planet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Precipitation  ·  Rain  ·  Snow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Summary &amp;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Evaporation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Condensation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Precipitation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What happens to water when it evaporates?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