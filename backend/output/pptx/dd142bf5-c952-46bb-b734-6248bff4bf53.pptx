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40A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27432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93C5FD"/>
                </a:solidFill>
              </a:rPr>
              <a:t>EduGenAI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1097280"/>
            <a:ext cx="109728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800" b="1">
                <a:solidFill>
                  <a:srgbClr val="FFFFFF"/>
                </a:solidFill>
              </a:rPr>
              <a:t>द्वितीय विश्वयुद्ध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621792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94A3B8"/>
                </a:solidFill>
              </a:rPr>
              <a:t>Language: Hindi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563E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74320" y="228600"/>
            <a:ext cx="1280160" cy="3200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92608" y="246888"/>
            <a:ext cx="12801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1E40AF"/>
                </a:solidFill>
              </a:rPr>
              <a:t>INTRO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685800"/>
            <a:ext cx="11430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FFFFFF"/>
                </a:solidFill>
              </a:rPr>
              <a:t>द्वितीय विश्वयुद्ध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691640"/>
            <a:ext cx="11430000" cy="274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274320" y="1938527"/>
            <a:ext cx="109728" cy="109728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1874519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DBEAFE"/>
                </a:solidFill>
              </a:rPr>
              <a:t>Grade 5 Lesson</a:t>
            </a:r>
          </a:p>
        </p:txBody>
      </p:sp>
      <p:sp>
        <p:nvSpPr>
          <p:cNvPr id="9" name="Oval 8"/>
          <p:cNvSpPr/>
          <p:nvPr/>
        </p:nvSpPr>
        <p:spPr>
          <a:xfrm>
            <a:off x="274320" y="2441447"/>
            <a:ext cx="109728" cy="109728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2377439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DBEAFE"/>
                </a:solidFill>
              </a:rPr>
              <a:t>द्वितीय विश्वयुद्ध की परिभाषा</a:t>
            </a:r>
          </a:p>
        </p:txBody>
      </p:sp>
      <p:sp>
        <p:nvSpPr>
          <p:cNvPr id="11" name="Oval 10"/>
          <p:cNvSpPr/>
          <p:nvPr/>
        </p:nvSpPr>
        <p:spPr>
          <a:xfrm>
            <a:off x="274320" y="2944367"/>
            <a:ext cx="109728" cy="109728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2920" y="2880359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DBEAFE"/>
                </a:solidFill>
              </a:rPr>
              <a:t>मुख्य कारण और परिणाम</a:t>
            </a:r>
          </a:p>
        </p:txBody>
      </p:sp>
      <p:sp>
        <p:nvSpPr>
          <p:cNvPr id="13" name="Oval 12"/>
          <p:cNvSpPr/>
          <p:nvPr/>
        </p:nvSpPr>
        <p:spPr>
          <a:xfrm>
            <a:off x="274320" y="3447287"/>
            <a:ext cx="109728" cy="109728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2920" y="3383279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DBEAFE"/>
                </a:solidFill>
              </a:rPr>
              <a:t>प्रमुख देशों की भूमिका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72800" y="649224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C8FFE6"/>
                </a:solidFill>
              </a:rPr>
              <a:t>EduGenAI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74320" y="228600"/>
            <a:ext cx="1280160" cy="32004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92608" y="246888"/>
            <a:ext cx="12801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</a:rPr>
              <a:t>SCENE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685800"/>
            <a:ext cx="11430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1E40AF"/>
                </a:solidFill>
              </a:rPr>
              <a:t>युद्ध की शुरुआत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691640"/>
            <a:ext cx="11430000" cy="27432"/>
          </a:xfrm>
          <a:prstGeom prst="rect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274320" y="1938527"/>
            <a:ext cx="109728" cy="109728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1874519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475569"/>
                </a:solidFill>
              </a:rPr>
              <a:t>लाल रंग में जर्मनी</a:t>
            </a:r>
          </a:p>
        </p:txBody>
      </p:sp>
      <p:sp>
        <p:nvSpPr>
          <p:cNvPr id="9" name="Oval 8"/>
          <p:cNvSpPr/>
          <p:nvPr/>
        </p:nvSpPr>
        <p:spPr>
          <a:xfrm>
            <a:off x="274320" y="2441447"/>
            <a:ext cx="109728" cy="109728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2377439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475569"/>
                </a:solidFill>
              </a:rPr>
              <a:t>पोलैंड पर हमला</a:t>
            </a:r>
          </a:p>
        </p:txBody>
      </p:sp>
      <p:sp>
        <p:nvSpPr>
          <p:cNvPr id="11" name="Oval 10"/>
          <p:cNvSpPr/>
          <p:nvPr/>
        </p:nvSpPr>
        <p:spPr>
          <a:xfrm>
            <a:off x="274320" y="2944367"/>
            <a:ext cx="109728" cy="109728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2920" y="2880359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475569"/>
                </a:solidFill>
              </a:rPr>
              <a:t>युद्ध शुरू</a:t>
            </a:r>
          </a:p>
        </p:txBody>
      </p:sp>
      <p:sp>
        <p:nvSpPr>
          <p:cNvPr id="13" name="Rectangle 12"/>
          <p:cNvSpPr/>
          <p:nvPr/>
        </p:nvSpPr>
        <p:spPr>
          <a:xfrm>
            <a:off x="0" y="6309360"/>
            <a:ext cx="12188952" cy="54864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74320" y="6327648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</a:rPr>
              <a:t>हिटलर  ·  नाज़ी जर्मनी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72800" y="649224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C8C8C8"/>
                </a:solidFill>
              </a:rPr>
              <a:t>EduGenAI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74320" y="228600"/>
            <a:ext cx="1280160" cy="32004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92608" y="246888"/>
            <a:ext cx="12801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</a:rPr>
              <a:t>SCENE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685800"/>
            <a:ext cx="11430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1E40AF"/>
                </a:solidFill>
              </a:rPr>
              <a:t>मुख्य देशों की भूमिका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691640"/>
            <a:ext cx="11430000" cy="27432"/>
          </a:xfrm>
          <a:prstGeom prst="rect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274320" y="1938527"/>
            <a:ext cx="109728" cy="109728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1874519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475569"/>
                </a:solidFill>
              </a:rPr>
              <a:t>नीला रंग में अमेरिका</a:t>
            </a:r>
          </a:p>
        </p:txBody>
      </p:sp>
      <p:sp>
        <p:nvSpPr>
          <p:cNvPr id="9" name="Oval 8"/>
          <p:cNvSpPr/>
          <p:nvPr/>
        </p:nvSpPr>
        <p:spPr>
          <a:xfrm>
            <a:off x="274320" y="2441447"/>
            <a:ext cx="109728" cy="109728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2377439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475569"/>
                </a:solidFill>
              </a:rPr>
              <a:t>लाल रंग में ब्रिटेन</a:t>
            </a:r>
          </a:p>
        </p:txBody>
      </p:sp>
      <p:sp>
        <p:nvSpPr>
          <p:cNvPr id="11" name="Oval 10"/>
          <p:cNvSpPr/>
          <p:nvPr/>
        </p:nvSpPr>
        <p:spPr>
          <a:xfrm>
            <a:off x="274320" y="2944367"/>
            <a:ext cx="109728" cy="109728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2920" y="2880359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475569"/>
                </a:solidFill>
              </a:rPr>
              <a:t>सोवियत संघ का योगदान</a:t>
            </a:r>
          </a:p>
        </p:txBody>
      </p:sp>
      <p:sp>
        <p:nvSpPr>
          <p:cNvPr id="13" name="Rectangle 12"/>
          <p:cNvSpPr/>
          <p:nvPr/>
        </p:nvSpPr>
        <p:spPr>
          <a:xfrm>
            <a:off x="0" y="6309360"/>
            <a:ext cx="12188952" cy="54864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74320" y="6327648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</a:rPr>
              <a:t>मित्र देश  ·  एकजुटता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72800" y="649224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C8C8C8"/>
                </a:solidFill>
              </a:rPr>
              <a:t>EduGenAI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74320" y="228600"/>
            <a:ext cx="1280160" cy="32004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92608" y="246888"/>
            <a:ext cx="12801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</a:rPr>
              <a:t>SCENE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685800"/>
            <a:ext cx="11430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1E40AF"/>
                </a:solidFill>
              </a:rPr>
              <a:t>युद्ध का परिणाम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691640"/>
            <a:ext cx="11430000" cy="27432"/>
          </a:xfrm>
          <a:prstGeom prst="rect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274320" y="1938527"/>
            <a:ext cx="109728" cy="109728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1874519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475569"/>
                </a:solidFill>
              </a:rPr>
              <a:t>सफेद रंग में शांति</a:t>
            </a:r>
          </a:p>
        </p:txBody>
      </p:sp>
      <p:sp>
        <p:nvSpPr>
          <p:cNvPr id="9" name="Oval 8"/>
          <p:cNvSpPr/>
          <p:nvPr/>
        </p:nvSpPr>
        <p:spPr>
          <a:xfrm>
            <a:off x="274320" y="2441447"/>
            <a:ext cx="109728" cy="109728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2377439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475569"/>
                </a:solidFill>
              </a:rPr>
              <a:t>संयुक्त राष्ट्र का गठन</a:t>
            </a:r>
          </a:p>
        </p:txBody>
      </p:sp>
      <p:sp>
        <p:nvSpPr>
          <p:cNvPr id="11" name="Oval 10"/>
          <p:cNvSpPr/>
          <p:nvPr/>
        </p:nvSpPr>
        <p:spPr>
          <a:xfrm>
            <a:off x="274320" y="2944367"/>
            <a:ext cx="109728" cy="109728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2920" y="2880359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475569"/>
                </a:solidFill>
              </a:rPr>
              <a:t>नई दुनिया</a:t>
            </a:r>
          </a:p>
        </p:txBody>
      </p:sp>
      <p:sp>
        <p:nvSpPr>
          <p:cNvPr id="13" name="Rectangle 12"/>
          <p:cNvSpPr/>
          <p:nvPr/>
        </p:nvSpPr>
        <p:spPr>
          <a:xfrm>
            <a:off x="0" y="6309360"/>
            <a:ext cx="12188952" cy="54864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74320" y="6327648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</a:rPr>
              <a:t>शांति  ·  संयुक्त राष्ट्र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72800" y="649224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C8C8C8"/>
                </a:solidFill>
              </a:rPr>
              <a:t>EduGenAI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B98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74320" y="228600"/>
            <a:ext cx="1280160" cy="3200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92608" y="246888"/>
            <a:ext cx="12801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1E40AF"/>
                </a:solidFill>
              </a:rPr>
              <a:t>SUMMARY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685800"/>
            <a:ext cx="11430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FFFFFF"/>
                </a:solidFill>
              </a:rPr>
              <a:t>Summary &amp; Review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691640"/>
            <a:ext cx="11430000" cy="274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274320" y="1938527"/>
            <a:ext cx="109728" cy="109728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1874519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FFFFFF"/>
                </a:solidFill>
              </a:rPr>
              <a:t>Key Takeaways</a:t>
            </a:r>
          </a:p>
        </p:txBody>
      </p:sp>
      <p:sp>
        <p:nvSpPr>
          <p:cNvPr id="9" name="Oval 8"/>
          <p:cNvSpPr/>
          <p:nvPr/>
        </p:nvSpPr>
        <p:spPr>
          <a:xfrm>
            <a:off x="274320" y="2441447"/>
            <a:ext cx="109728" cy="109728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2377439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FFFFFF"/>
                </a:solidFill>
              </a:rPr>
              <a:t>युद्ध की शुरुआत</a:t>
            </a:r>
          </a:p>
        </p:txBody>
      </p:sp>
      <p:sp>
        <p:nvSpPr>
          <p:cNvPr id="11" name="Oval 10"/>
          <p:cNvSpPr/>
          <p:nvPr/>
        </p:nvSpPr>
        <p:spPr>
          <a:xfrm>
            <a:off x="274320" y="2944367"/>
            <a:ext cx="109728" cy="109728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2920" y="2880359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FFFFFF"/>
                </a:solidFill>
              </a:rPr>
              <a:t>मुख्य देशों की भूमिका</a:t>
            </a:r>
          </a:p>
        </p:txBody>
      </p:sp>
      <p:sp>
        <p:nvSpPr>
          <p:cNvPr id="13" name="Oval 12"/>
          <p:cNvSpPr/>
          <p:nvPr/>
        </p:nvSpPr>
        <p:spPr>
          <a:xfrm>
            <a:off x="274320" y="3447287"/>
            <a:ext cx="109728" cy="109728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2920" y="3383279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FFFFFF"/>
                </a:solidFill>
              </a:rPr>
              <a:t>युद्ध का परिणाम</a:t>
            </a:r>
          </a:p>
        </p:txBody>
      </p:sp>
      <p:sp>
        <p:nvSpPr>
          <p:cNvPr id="15" name="Oval 14"/>
          <p:cNvSpPr/>
          <p:nvPr/>
        </p:nvSpPr>
        <p:spPr>
          <a:xfrm>
            <a:off x="274320" y="3950207"/>
            <a:ext cx="109728" cy="109728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2920" y="3886199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FFFFFF"/>
                </a:solidFill>
              </a:rPr>
              <a:t>द्वितीय विश्वयुद्ध में कौन से तीन मुख्य देश शामिल थे?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972800" y="649224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C8FFE6"/>
                </a:solidFill>
              </a:rPr>
              <a:t>EduGenAI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