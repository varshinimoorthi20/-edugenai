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फ्रांस की क्रांति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Hindi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फ्रांस की क्रांति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6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फ्रांस की क्रांति के कारणों को समझना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क्रांति के परिणामों को जानना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फ्रांस की क्रांति के महत्व को समझना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फ्रांस की क्रांति के कारण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आर्थिक संकट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सामाजिक असमानता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राजनीतिक दमन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आर्थिक संकट  ·  सामाजिक असमानता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क्रांति की शुरुआत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बास्तील जेल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क्रांति की शुरुआत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१७८९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बास्तील जेल  ·  क्रांति की शुरुआत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क्रांति के परिणाम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प्रथम फ्रांसीसी गणराज्य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लोगों के अधिकार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स्वतंत्रता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प्रथम फ्रांसीसी गणराज्य  ·  लोगों के अधिकार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फ्रांस की क्रांति के कारण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क्रांति की शुरुआत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क्रांति के परिणाम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फ्रांस की क्रांति के मुख्य कारण क्या थे?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