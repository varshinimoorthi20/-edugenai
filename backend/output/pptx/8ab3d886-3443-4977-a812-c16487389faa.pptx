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40A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3C5FD"/>
                </a:solidFill>
              </a:rPr>
              <a:t>EduGenAI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9728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</a:rPr>
              <a:t>Water Cycle Adventure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2179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</a:rPr>
              <a:t>Language: English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28600"/>
            <a:ext cx="128016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4688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E40AF"/>
                </a:solidFill>
              </a:rPr>
              <a:t>INTRO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Water Cycle Adventure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1143000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4320" y="193852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BEAFE"/>
                </a:solidFill>
              </a:rPr>
              <a:t>Grade 2 Lesson</a:t>
            </a:r>
          </a:p>
        </p:txBody>
      </p:sp>
      <p:sp>
        <p:nvSpPr>
          <p:cNvPr id="9" name="Oval 8"/>
          <p:cNvSpPr/>
          <p:nvPr/>
        </p:nvSpPr>
        <p:spPr>
          <a:xfrm>
            <a:off x="274320" y="244144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37743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BEAFE"/>
                </a:solidFill>
              </a:rPr>
              <a:t>Understand evaporation</a:t>
            </a:r>
          </a:p>
        </p:txBody>
      </p:sp>
      <p:sp>
        <p:nvSpPr>
          <p:cNvPr id="11" name="Oval 10"/>
          <p:cNvSpPr/>
          <p:nvPr/>
        </p:nvSpPr>
        <p:spPr>
          <a:xfrm>
            <a:off x="274320" y="294436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88035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BEAFE"/>
                </a:solidFill>
              </a:rPr>
              <a:t>Learn condensation</a:t>
            </a:r>
          </a:p>
        </p:txBody>
      </p:sp>
      <p:sp>
        <p:nvSpPr>
          <p:cNvPr id="13" name="Oval 12"/>
          <p:cNvSpPr/>
          <p:nvPr/>
        </p:nvSpPr>
        <p:spPr>
          <a:xfrm>
            <a:off x="274320" y="344728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38327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BEAFE"/>
                </a:solidFill>
              </a:rPr>
              <a:t>Know precipitation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FFE6"/>
                </a:solidFill>
              </a:rPr>
              <a:t>EduGenAI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28600"/>
            <a:ext cx="1280160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4688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SCENE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E40AF"/>
                </a:solidFill>
              </a:rPr>
              <a:t>Evaporation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11430000" cy="2743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4320" y="193852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Sun heats</a:t>
            </a:r>
          </a:p>
        </p:txBody>
      </p:sp>
      <p:sp>
        <p:nvSpPr>
          <p:cNvPr id="9" name="Oval 8"/>
          <p:cNvSpPr/>
          <p:nvPr/>
        </p:nvSpPr>
        <p:spPr>
          <a:xfrm>
            <a:off x="274320" y="244144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37743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Water rises</a:t>
            </a:r>
          </a:p>
        </p:txBody>
      </p:sp>
      <p:sp>
        <p:nvSpPr>
          <p:cNvPr id="11" name="Oval 10"/>
          <p:cNvSpPr/>
          <p:nvPr/>
        </p:nvSpPr>
        <p:spPr>
          <a:xfrm>
            <a:off x="274320" y="294436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88035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Blue bubble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32764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Sun heats water  ·  Water turns to vapor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C8C8"/>
                </a:solidFill>
              </a:rPr>
              <a:t>EduGenAI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28600"/>
            <a:ext cx="1280160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4688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SCENE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E40AF"/>
                </a:solidFill>
              </a:rPr>
              <a:t>Condensation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11430000" cy="2743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4320" y="193852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Vapor cools</a:t>
            </a:r>
          </a:p>
        </p:txBody>
      </p:sp>
      <p:sp>
        <p:nvSpPr>
          <p:cNvPr id="9" name="Oval 8"/>
          <p:cNvSpPr/>
          <p:nvPr/>
        </p:nvSpPr>
        <p:spPr>
          <a:xfrm>
            <a:off x="274320" y="244144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37743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Clouds grow</a:t>
            </a:r>
          </a:p>
        </p:txBody>
      </p:sp>
      <p:sp>
        <p:nvSpPr>
          <p:cNvPr id="11" name="Oval 10"/>
          <p:cNvSpPr/>
          <p:nvPr/>
        </p:nvSpPr>
        <p:spPr>
          <a:xfrm>
            <a:off x="274320" y="294436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88035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White and fluffy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32764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Vapor cools  ·  Clouds form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C8C8"/>
                </a:solidFill>
              </a:rPr>
              <a:t>EduGenAI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28600"/>
            <a:ext cx="1280160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4688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SCENE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E40AF"/>
                </a:solidFill>
              </a:rPr>
              <a:t>Precipitation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11430000" cy="2743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4320" y="193852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Clouds heavy</a:t>
            </a:r>
          </a:p>
        </p:txBody>
      </p:sp>
      <p:sp>
        <p:nvSpPr>
          <p:cNvPr id="9" name="Oval 8"/>
          <p:cNvSpPr/>
          <p:nvPr/>
        </p:nvSpPr>
        <p:spPr>
          <a:xfrm>
            <a:off x="274320" y="244144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37743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Rain falls</a:t>
            </a:r>
          </a:p>
        </p:txBody>
      </p:sp>
      <p:sp>
        <p:nvSpPr>
          <p:cNvPr id="11" name="Oval 10"/>
          <p:cNvSpPr/>
          <p:nvPr/>
        </p:nvSpPr>
        <p:spPr>
          <a:xfrm>
            <a:off x="274320" y="294436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88035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Green umbrella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32764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Clouds get heavy  ·  Rain falls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C8C8"/>
                </a:solidFill>
              </a:rPr>
              <a:t>EduGenAI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B98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28600"/>
            <a:ext cx="128016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4688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E40AF"/>
                </a:solidFill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Summary &amp;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1143000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4320" y="193852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Key Takeaways</a:t>
            </a:r>
          </a:p>
        </p:txBody>
      </p:sp>
      <p:sp>
        <p:nvSpPr>
          <p:cNvPr id="9" name="Oval 8"/>
          <p:cNvSpPr/>
          <p:nvPr/>
        </p:nvSpPr>
        <p:spPr>
          <a:xfrm>
            <a:off x="274320" y="244144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37743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Evaporation</a:t>
            </a:r>
          </a:p>
        </p:txBody>
      </p:sp>
      <p:sp>
        <p:nvSpPr>
          <p:cNvPr id="11" name="Oval 10"/>
          <p:cNvSpPr/>
          <p:nvPr/>
        </p:nvSpPr>
        <p:spPr>
          <a:xfrm>
            <a:off x="274320" y="294436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88035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Condensation</a:t>
            </a:r>
          </a:p>
        </p:txBody>
      </p:sp>
      <p:sp>
        <p:nvSpPr>
          <p:cNvPr id="13" name="Oval 12"/>
          <p:cNvSpPr/>
          <p:nvPr/>
        </p:nvSpPr>
        <p:spPr>
          <a:xfrm>
            <a:off x="274320" y="344728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38327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Precipitation</a:t>
            </a:r>
          </a:p>
        </p:txBody>
      </p:sp>
      <p:sp>
        <p:nvSpPr>
          <p:cNvPr id="15" name="Oval 14"/>
          <p:cNvSpPr/>
          <p:nvPr/>
        </p:nvSpPr>
        <p:spPr>
          <a:xfrm>
            <a:off x="274320" y="395020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88619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What makes the water rise from the ocean?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FFE6"/>
                </a:solidFill>
              </a:rPr>
              <a:t>EduGenAI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