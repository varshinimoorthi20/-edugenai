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Photosynthesis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Photosynthesis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4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Define Photosynthesis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Key Components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What is Photosynthesis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Plants Make Food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Use Sunlight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Need Water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Plants  ·  Sunlight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Process of Photosynthesis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Use Chlorophyll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Absorb CO2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Release O2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Chlorophyll  ·  Carbon Dioxide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Importance of Photosynthesis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Produce Oxygen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Support Life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Food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Oxygen  ·  Food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Photosynthesis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Process of Photosynthesis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Importance of Photosynthesis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do plants need for photosynthesis?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