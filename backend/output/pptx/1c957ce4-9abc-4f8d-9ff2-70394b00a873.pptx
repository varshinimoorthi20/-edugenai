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Whale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Whale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whale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Describe habitats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Whale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Largest animal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Lives in ocean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Eats fish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Mammal  ·  Marine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Whale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Orca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Humpback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Blue whale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Toothed  ·  Baleen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Whale Habitats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Cold water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Warm water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Deep sea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Arctic  ·  Tropical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Whale Definition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Whale Types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Whale Habitats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largest whale?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