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The Water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Water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water cycle process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key stages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Recognize water conservation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Evaporation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heats up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Turns to vapor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Rises to air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Evaporation  ·  Water vapor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Condensation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Vapor cools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Droplets form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Precipitation falls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Condensation  ·  Precipitation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Runoff and Infiltration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flows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Soil absorbs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Groundwater recharges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Runoff  ·  Infiltration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Evaporation Stage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Condensation Stage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Runoff and Infiltration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the process called when water vapor cools and turns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