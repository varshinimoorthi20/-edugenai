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40A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3C5FD"/>
                </a:solidFill>
              </a:rPr>
              <a:t>EduGenAI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9728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</a:rPr>
              <a:t>Cloud Architecture Essentials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2179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</a:rPr>
              <a:t>Language: English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6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28600"/>
            <a:ext cx="128016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4688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E40AF"/>
                </a:solidFill>
              </a:rPr>
              <a:t>INTRO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Cloud Architecture Essentials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91640"/>
            <a:ext cx="1143000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4320" y="193852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87451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DBEAFE"/>
                </a:solidFill>
              </a:rPr>
              <a:t>Grade 12 Lesson</a:t>
            </a:r>
          </a:p>
        </p:txBody>
      </p:sp>
      <p:sp>
        <p:nvSpPr>
          <p:cNvPr id="9" name="Oval 8"/>
          <p:cNvSpPr/>
          <p:nvPr/>
        </p:nvSpPr>
        <p:spPr>
          <a:xfrm>
            <a:off x="274320" y="244144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37743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DBEAFE"/>
                </a:solidFill>
              </a:rPr>
              <a:t>Define cloud architecture</a:t>
            </a:r>
          </a:p>
        </p:txBody>
      </p:sp>
      <p:sp>
        <p:nvSpPr>
          <p:cNvPr id="11" name="Oval 10"/>
          <p:cNvSpPr/>
          <p:nvPr/>
        </p:nvSpPr>
        <p:spPr>
          <a:xfrm>
            <a:off x="274320" y="294436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88035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DBEAFE"/>
                </a:solidFill>
              </a:rPr>
              <a:t>Explain deployment models</a:t>
            </a:r>
          </a:p>
        </p:txBody>
      </p:sp>
      <p:sp>
        <p:nvSpPr>
          <p:cNvPr id="13" name="Oval 12"/>
          <p:cNvSpPr/>
          <p:nvPr/>
        </p:nvSpPr>
        <p:spPr>
          <a:xfrm>
            <a:off x="274320" y="344728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38327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DBEAFE"/>
                </a:solidFill>
              </a:rPr>
              <a:t>Identify service models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8FFE6"/>
                </a:solidFill>
              </a:rPr>
              <a:t>EduGenAI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28600"/>
            <a:ext cx="1280160" cy="320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4688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SCENE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E40AF"/>
                </a:solidFill>
              </a:rPr>
              <a:t>Cloud Deployment Models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91640"/>
            <a:ext cx="11430000" cy="2743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4320" y="193852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87451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Public: Shared</a:t>
            </a:r>
          </a:p>
        </p:txBody>
      </p:sp>
      <p:sp>
        <p:nvSpPr>
          <p:cNvPr id="9" name="Oval 8"/>
          <p:cNvSpPr/>
          <p:nvPr/>
        </p:nvSpPr>
        <p:spPr>
          <a:xfrm>
            <a:off x="274320" y="244144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37743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Private: Secure</a:t>
            </a:r>
          </a:p>
        </p:txBody>
      </p:sp>
      <p:sp>
        <p:nvSpPr>
          <p:cNvPr id="11" name="Oval 10"/>
          <p:cNvSpPr/>
          <p:nvPr/>
        </p:nvSpPr>
        <p:spPr>
          <a:xfrm>
            <a:off x="274320" y="294436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88035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Hybrid: Flexible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632764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Public Cloud  ·  Private Cloud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8C8C8"/>
                </a:solidFill>
              </a:rPr>
              <a:t>EduGenAI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28600"/>
            <a:ext cx="1280160" cy="320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4688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SCENE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E40AF"/>
                </a:solidFill>
              </a:rPr>
              <a:t>Cloud Service Models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91640"/>
            <a:ext cx="11430000" cy="2743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4320" y="193852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87451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IaaS: Infrastructure</a:t>
            </a:r>
          </a:p>
        </p:txBody>
      </p:sp>
      <p:sp>
        <p:nvSpPr>
          <p:cNvPr id="9" name="Oval 8"/>
          <p:cNvSpPr/>
          <p:nvPr/>
        </p:nvSpPr>
        <p:spPr>
          <a:xfrm>
            <a:off x="274320" y="244144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37743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PaaS: Platform</a:t>
            </a:r>
          </a:p>
        </p:txBody>
      </p:sp>
      <p:sp>
        <p:nvSpPr>
          <p:cNvPr id="11" name="Oval 10"/>
          <p:cNvSpPr/>
          <p:nvPr/>
        </p:nvSpPr>
        <p:spPr>
          <a:xfrm>
            <a:off x="274320" y="294436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88035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SaaS: Software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632764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IaaS  ·  PaaS  ·  SaaS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8C8C8"/>
                </a:solidFill>
              </a:rPr>
              <a:t>EduGenAI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28600"/>
            <a:ext cx="1280160" cy="320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4688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SCENE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E40AF"/>
                </a:solidFill>
              </a:rPr>
              <a:t>Cloud Architecture Benefits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91640"/>
            <a:ext cx="11430000" cy="2743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4320" y="193852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87451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Scalable: On-demand</a:t>
            </a:r>
          </a:p>
        </p:txBody>
      </p:sp>
      <p:sp>
        <p:nvSpPr>
          <p:cNvPr id="9" name="Oval 8"/>
          <p:cNvSpPr/>
          <p:nvPr/>
        </p:nvSpPr>
        <p:spPr>
          <a:xfrm>
            <a:off x="274320" y="244144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37743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Reliable: Uptime</a:t>
            </a:r>
          </a:p>
        </p:txBody>
      </p:sp>
      <p:sp>
        <p:nvSpPr>
          <p:cNvPr id="11" name="Oval 10"/>
          <p:cNvSpPr/>
          <p:nvPr/>
        </p:nvSpPr>
        <p:spPr>
          <a:xfrm>
            <a:off x="274320" y="294436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88035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Cost: Efficient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632764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Scalability  ·  Reliability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8C8C8"/>
                </a:solidFill>
              </a:rPr>
              <a:t>EduGenAI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B98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28600"/>
            <a:ext cx="128016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4688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E40AF"/>
                </a:solidFill>
              </a:rP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Summary &amp; 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91640"/>
            <a:ext cx="1143000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4320" y="193852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87451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Key Takeaways</a:t>
            </a:r>
          </a:p>
        </p:txBody>
      </p:sp>
      <p:sp>
        <p:nvSpPr>
          <p:cNvPr id="9" name="Oval 8"/>
          <p:cNvSpPr/>
          <p:nvPr/>
        </p:nvSpPr>
        <p:spPr>
          <a:xfrm>
            <a:off x="274320" y="244144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37743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Cloud Deployment Models</a:t>
            </a:r>
          </a:p>
        </p:txBody>
      </p:sp>
      <p:sp>
        <p:nvSpPr>
          <p:cNvPr id="11" name="Oval 10"/>
          <p:cNvSpPr/>
          <p:nvPr/>
        </p:nvSpPr>
        <p:spPr>
          <a:xfrm>
            <a:off x="274320" y="294436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88035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Cloud Service Models</a:t>
            </a:r>
          </a:p>
        </p:txBody>
      </p:sp>
      <p:sp>
        <p:nvSpPr>
          <p:cNvPr id="13" name="Oval 12"/>
          <p:cNvSpPr/>
          <p:nvPr/>
        </p:nvSpPr>
        <p:spPr>
          <a:xfrm>
            <a:off x="274320" y="344728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38327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Cloud Architecture Benefits</a:t>
            </a:r>
          </a:p>
        </p:txBody>
      </p:sp>
      <p:sp>
        <p:nvSpPr>
          <p:cNvPr id="15" name="Oval 14"/>
          <p:cNvSpPr/>
          <p:nvPr/>
        </p:nvSpPr>
        <p:spPr>
          <a:xfrm>
            <a:off x="274320" y="395020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88619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What is IaaS?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8FFE6"/>
                </a:solidFill>
              </a:rPr>
              <a:t>EduGenAI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