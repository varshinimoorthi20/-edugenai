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फ्रांसीसी क्रांति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Hindi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फ्रांसीसी क्रांति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6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फ्रांसीसी क्रांति के कारणों को समझना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क्रांति के परिणामों को जानना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क्रांति के प्रमुख नेताओं को पहचानना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क्रांति के कारण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गरीबी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बेरोजगारी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असमानता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आर्थिक असमानता  ·  राजनीतिक असमानता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क्रांति की शुरुआत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लोग एकत्र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राजा के खिलाफ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आवाज उठाई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जनता की एकता  ·  विद्रोह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क्रांति के परिणाम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नई सरकार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स्वतंत्रता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समानता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नई सरकार  ·  स्वतंत्रता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क्रांति के कारण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क्रांति की शुरुआत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क्रांति के परिणाम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फ्रांसीसी क्रांति का मुख्य कारण क्या था?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