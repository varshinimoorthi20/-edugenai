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EduGenAI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The Water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Language: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The Water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Grade 6 Lesson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Define the water cycle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Explain evaporation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Describe condensation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Evaporation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Water heats up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Turns to vapor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Rises to air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Evaporation  ·  Transpiration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Condensation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Vapor cools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Turns to liquid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Forms clouds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Condensation  ·  Precipitation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Precipitation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Water falls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Reaches ground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Cycle repeats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Precipitation  ·  Runoff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Summary &amp;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Evaporation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Condensation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Precipitation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What is the first step in the water cycle?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