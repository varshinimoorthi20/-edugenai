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Python Programming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Python Programming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Python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data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Apply control structures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Python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Variables store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Indentation matters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Comments explain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Indentation  ·  Comments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Ints are numbers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Strings are text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Bools are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Integers  ·  Strings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If checks condition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Else handles alternative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Loops repeat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If-else  · 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Python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Data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Control Structures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Python's primary syntax feature?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