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The Water Cycle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Water Cycle Explained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water cycle process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key stages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Relate to real-life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Evaporation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Sun heats water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turns vapor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Evaporation  ·  Water vapor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Condensation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Vapor cools down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Clouds are formed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Condensation  ·  Clouds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Precipitation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Clouds get heavy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Rain falls 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Precipitation  ·  Rain and snow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Evaporation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Condensation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Precipitation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happens to water when it evaporates?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