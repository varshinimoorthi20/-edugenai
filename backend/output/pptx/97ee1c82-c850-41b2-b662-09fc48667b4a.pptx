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Mobile Network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Mobile Network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12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mobile network security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Analyze threats to mobile networks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Evaluate security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Introduction to Mobile Network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Mobile Network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Security Threats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Encryption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Firewalls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Intrusion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Mobile network security  ·  Cellular networks  ·  Encryption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Threats to Mobile Network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Malware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Phishing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Denial-of-Service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Man-in-Middle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Zero-Day Exploits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Malware  ·  Phishing  ·  Denial-of-service attacks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Security Measures for Mobile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Encryption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Firewalls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Intrusion Detection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Secure Boot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Virtual Private Networks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Encryption  ·  Firewalls  ·  Intrusion detection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Applications of Mobile Network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Finance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Healthcare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Government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Critical Infrastructure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National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Finance  ·  Healthcare  ·  Government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Advantages and Limitations of Mobile Network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Advantages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Limitations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Complexity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Human Error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Continuous Updates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Advantages  ·  Limitations  ·  Complexity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Introduction to Mobile Network Security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Threats to Mobile Network Security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Security Measures for Mobile Networks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Applications of Mobile Network Security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44531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891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the primary purpose of encryption in mobile network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