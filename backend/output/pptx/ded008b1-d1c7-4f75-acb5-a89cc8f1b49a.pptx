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Human Digestive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Human Digestive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Define digestion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key organs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Describe nutrient absorption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Mouth and Esophagus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Teeth chew food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Saliva adds enzymes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Swallowing occurs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Mouth  ·  Esophagus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Stomach and Small Intestine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Acids break down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Nutrients absorbed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Waste moves 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Stomach  ·  Small intestine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Large Intestine and Absorption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absorbed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Electrolytes balanced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Waste eliminated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Large intestine  ·  Absorption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Mouth and Esophagus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Stomach and Small Intestine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Large Intestine and Absorption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breaks down food in stomach?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