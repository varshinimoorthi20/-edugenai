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न्यूटन के गति के नियम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Hindi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न्यूटन के गति के नियम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9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न्यूटन के गति के नियमों को समझना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गति के नियमों के कारण-प्रभाव संबंधों को जानना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नियमों के अनुप्रयोगों को पहचानना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प्रथम नियम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जड़त्व की परिभाषा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स्थिर अवस्था का अर्थ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जड़त्व  ·  स्थिर अवस्था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द्वितीय नियम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गति का सूत्र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द्रव्यमान का अर्थ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गति का सूत्र  ·  द्रव्यमान और बल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तृतीय नियम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क्रिया की परिभाषा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प्रतिक्रिया का अर्थ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क्रिया और प्रतिक्रिया  ·  समान और विरुद्ध प्रतिक्रिया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प्रथम नियम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द्वितीय नियम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तृतीय नियम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न्यूटन के गति के नियमों में से पहला नियम क्या है?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