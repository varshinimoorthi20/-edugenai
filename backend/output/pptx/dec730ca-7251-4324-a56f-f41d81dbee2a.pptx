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EduGenAI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Photosynthesis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Language: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Photosynthesis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Grade 6 Lesson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Define Photosynthesis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Identify Key Components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Understand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What is Photosynthesis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Plants make food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Use light energy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Chlorophyll helps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Light Energy  ·  Chlorophyll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The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Water absorbed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CO2 used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O2 released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Water Absorption  ·  Carbon Dioxide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Importance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O2 for life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Food for plants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Supports ecosystems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Oxygen Production  ·  Food 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Summary &amp;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What is Photosynthesis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The Process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Importance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395020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What is the byproduct of photosynthesis?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