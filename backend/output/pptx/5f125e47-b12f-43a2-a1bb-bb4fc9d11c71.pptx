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மனித செரிமான அமைப்பு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Tamil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மனித செரிமான அமைப்பு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12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செரிமான அமைப்பின் அமைப்பை விளக்கு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உணவு செரிக்கும் செயல்முறையை பகுப்பாய்வு செய்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செரிமான அமைப்பின் முக்கியத்துவத்தை அறிந்து கொள்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வாய்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பற்கள்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எச்சில்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நாக்கு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பற்கள்  ·  எச்சில்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இரைப்பை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இரைப்பை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அமிலம்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நொதிகள்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இரைப்பை அமிலம்  ·  செரிமான நொதிகள்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குடல்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குடல்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போஷகங்கள்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உறிஞ்சுதல்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குடல்  ·  போஷகங்கள்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வாய்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இரைப்பை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குடல்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மனித செரிமான அமைப்பின் முதல் பகுதி எது?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